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92D4B"/>
                </a:solidFill>
                <a:latin typeface="Aptos"/>
              </a:defRPr>
            </a:pPr>
            <a:r>
              <a:t>Student Registration: Fall registration requests must be submitted by November 12, 2026. Reference code REG-482. (Fictional test data.)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724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Registration Task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Processing Time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Responsible Office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Registration Review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 business days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Advising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Enrollment Verification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3 business days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Registrar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92D4B"/>
                </a:solidFill>
                <a:latin typeface="Aptos"/>
              </a:defRPr>
            </a:pPr>
            <a:r>
              <a:t>Technology Support: Use reference code TECH-739 for campus technology requests. Priority support reviews occur on Thursdays. (Fictional test data.)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724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Support Request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Responsible Team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Password Reset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Identity Services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Software Installation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Desktop Support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